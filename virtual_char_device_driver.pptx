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1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Arial"/>
              </a:defRPr>
            </a:pPr>
            <a:r>
              <a:t>SYSTEMS PROGRAMMING &amp; OS ARCHITECTURE</a:t>
            </a:r>
          </a:p>
          <a:p>
            <a:pPr>
              <a:spcBef>
                <a:spcPts val="1000"/>
              </a:spcBef>
              <a:defRPr sz="3200" b="1">
                <a:solidFill>
                  <a:srgbClr val="F8FAFC"/>
                </a:solidFill>
                <a:latin typeface="Arial"/>
              </a:defRPr>
            </a:pPr>
            <a:r>
              <a:t>Linux Virtual Character Device Driver</a:t>
            </a:r>
          </a:p>
          <a:p>
            <a:pPr>
              <a:spcBef>
                <a:spcPts val="800"/>
              </a:spcBef>
              <a:defRPr sz="1800">
                <a:solidFill>
                  <a:srgbClr val="4ADE80"/>
                </a:solidFill>
                <a:latin typeface="Arial"/>
              </a:defRPr>
            </a:pPr>
            <a:r>
              <a:t>A Complete Kernel Module &amp; C++ User-Space Interface for Ubuntu 24.04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31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Implementation: C (Kernel Module `mydev.c`) + C++17 (`app.cpp`) + Kbuild Makefile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• Core Concepts: System Calls, VFS, ioctl, Mutex Concurrency, Ring 0 vs Ring 3 Isolation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LINUX KERNEL DEVICE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Project Overview &amp; Key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Virtual Character Device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22D3EE"/>
                </a:solidFill>
              </a:rPr>
              <a:t>• Byte-Stream Interface: </a:t>
            </a:r>
            <a:r>
              <a:rPr sz="1300">
                <a:solidFill>
                  <a:srgbClr val="F8FAFC"/>
                </a:solidFill>
              </a:rPr>
              <a:t>Unlike block devices (disks), character devices are accessed sequentially as a stream of bytes.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2D3EE"/>
                </a:solidFill>
              </a:rPr>
              <a:t>• No Physical Hardware Required: </a:t>
            </a:r>
            <a:r>
              <a:rPr sz="1300">
                <a:solidFill>
                  <a:srgbClr val="F8FAFC"/>
                </a:solidFill>
              </a:rPr>
              <a:t>The backing hardware is simulated entirely using a 1 KB buffer in kernel RAM.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2D3EE"/>
                </a:solidFill>
              </a:rPr>
              <a:t>• Standard File Abstraction: </a:t>
            </a:r>
            <a:r>
              <a:rPr sz="1300">
                <a:solidFill>
                  <a:srgbClr val="F8FAFC"/>
                </a:solidFill>
              </a:rPr>
              <a:t>Programs interact with the driver using standard POSIX functions: open(), read(), write(), lseek(), ioctl(), close().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22D3EE"/>
                </a:solidFill>
              </a:rPr>
              <a:t>• Dynamic Device Node: </a:t>
            </a:r>
            <a:r>
              <a:rPr sz="1300">
                <a:solidFill>
                  <a:srgbClr val="F8FAFC"/>
                </a:solidFill>
              </a:rPr>
              <a:t>Registered as `/dev/mydev` with dynamic major/minor allocation and automatic udev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Deliverables &amp;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4ADE80"/>
                </a:solidFill>
              </a:rPr>
              <a:t>• Kernel Module (`mydev.c`): </a:t>
            </a:r>
            <a:r>
              <a:rPr sz="1300">
                <a:solidFill>
                  <a:srgbClr val="F8FAFC"/>
                </a:solidFill>
              </a:rPr>
              <a:t>Registers `/dev/mydev`, handles VFS calls, mutex protection, and kernel logging with printk().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4ADE80"/>
                </a:solidFill>
              </a:rPr>
              <a:t>• Shared Interface (`mydev_ioctl.h`): </a:t>
            </a:r>
            <a:r>
              <a:rPr sz="1300">
                <a:solidFill>
                  <a:srgbClr val="F8FAFC"/>
                </a:solidFill>
              </a:rPr>
              <a:t>Defines ioctl command numbers and buffer constants shared across user &amp; kernel space.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4ADE80"/>
                </a:solidFill>
              </a:rPr>
              <a:t>• C++17 User Application (`app.cpp`): </a:t>
            </a:r>
            <a:r>
              <a:rPr sz="1300">
                <a:solidFill>
                  <a:srgbClr val="F8FAFC"/>
                </a:solidFill>
              </a:rPr>
              <a:t>Modern interactive menu utilizing RAII class wrappers, system_error exceptions, and robust I/O.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4ADE80"/>
                </a:solidFill>
              </a:rPr>
              <a:t>• Two-Pass Makefile: </a:t>
            </a:r>
            <a:r>
              <a:rPr sz="1300">
                <a:solidFill>
                  <a:srgbClr val="F8FAFC"/>
                </a:solidFill>
              </a:rPr>
              <a:t>Coordinates Kbuild for module compilation and g++ for the user-space client application.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4ADE80"/>
                </a:solidFill>
              </a:rPr>
              <a:t>• Lifecycle Script (`mydev.sh`): </a:t>
            </a:r>
            <a:r>
              <a:rPr sz="1300">
                <a:solidFill>
                  <a:srgbClr val="F8FAFC"/>
                </a:solidFill>
              </a:rPr>
              <a:t>Automates module loading, unloading, udev rule installation (MODE 0666), and status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LINUX KERNEL DEVICE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System Architecture: User Space to Kernel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1. USER SPACE (Ring 3 - Unprivileged)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C++ User App (`./app`) / Shell Tools (`cat`, `echo`) -&gt; Invokes Standard POSIX System Calls: open(), read(), write(), ioctl(), close()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File Descriptor (fd): A process-local handle (e.g., fd=3) indexing the process's open file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698480" cy="137160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2. VFS &amp; DEVICE NODE ABSTRACTION (/dev/mydev)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Inode &amp; Device Node: `/dev/mydev` stores (Major Number = 240 [Driver ID], Minor Number = 0 [Instance ID]).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Virtual File System (VFS): Translates generic read/write calls into `struct file_operations mydev_fops` function pointers.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3. KERNEL SPACE (Ring 0 - Privileged Driver `mydev.ko`)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Handlers: `mydev_read()`, `mydev_write()`, `mydev_ioctl()`, `mydev_open()`, `mydev_release()`.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Concurrency &amp; Memory: Protected by `mutex mydev_lock`. Safe copies via `copy_from_user()` / `copy_to_user()`.</a:t>
            </a:r>
          </a:p>
          <a:p>
            <a:pPr>
              <a:spcBef>
                <a:spcPts val="400"/>
              </a:spcBef>
              <a:defRPr sz="1200">
                <a:solidFill>
                  <a:srgbClr val="4ADE80"/>
                </a:solidFill>
              </a:defRPr>
            </a:pPr>
            <a:r>
              <a:t>• Backing Storage: `device_buffer[1024]` (1 KB Kernel RAM) serving as the simulated physical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LINUX KERNEL DEVICE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Kernel Module Architecture (`mydev.c`)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File Operations Table (fops)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200">
                <a:solidFill>
                  <a:srgbClr val="22D3EE"/>
                </a:solidFill>
              </a:rPr>
              <a:t>• mydev_open(): </a:t>
            </a:r>
            <a:r>
              <a:rPr sz="1200">
                <a:solidFill>
                  <a:srgbClr val="F8FAFC"/>
                </a:solidFill>
              </a:rPr>
              <a:t>Tracks active handles with atomic_inc_return(&amp;open_count) and logs to dmesg.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2D3EE"/>
                </a:solidFill>
              </a:rPr>
              <a:t>• mydev_release(): </a:t>
            </a:r>
            <a:r>
              <a:rPr sz="1200">
                <a:solidFill>
                  <a:srgbClr val="F8FAFC"/>
                </a:solidFill>
              </a:rPr>
              <a:t>Decrements open handle count upon close().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2D3EE"/>
                </a:solidFill>
              </a:rPr>
              <a:t>• mydev_write(): </a:t>
            </a:r>
            <a:r>
              <a:rPr sz="1200">
                <a:solidFill>
                  <a:srgbClr val="F8FAFC"/>
                </a:solidFill>
              </a:rPr>
              <a:t>Locks mutex, validates offset, copies user bytes to `device_buffer` via copy_from_user(), updates length.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2D3EE"/>
                </a:solidFill>
              </a:rPr>
              <a:t>• mydev_read(): </a:t>
            </a:r>
            <a:r>
              <a:rPr sz="1200">
                <a:solidFill>
                  <a:srgbClr val="F8FAFC"/>
                </a:solidFill>
              </a:rPr>
              <a:t>Locks mutex, returns EOF (0) when past length, copies to user via copy_to_user(), advances file position.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2D3EE"/>
                </a:solidFill>
              </a:rPr>
              <a:t>• mydev_llseek(): </a:t>
            </a:r>
            <a:r>
              <a:rPr sz="1200">
                <a:solidFill>
                  <a:srgbClr val="F8FAFC"/>
                </a:solidFill>
              </a:rPr>
              <a:t>Supports SEEK_SET, SEEK_CUR, SEEK_END within 0..1024 bound.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2D3EE"/>
                </a:solidFill>
              </a:rPr>
              <a:t>• mydev_ioctl(): </a:t>
            </a:r>
            <a:r>
              <a:rPr sz="1200">
                <a:solidFill>
                  <a:srgbClr val="F8FAFC"/>
                </a:solidFill>
              </a:rPr>
              <a:t>Dispatches custom control commands with magic byte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Kernel Safety &amp;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FB923C"/>
                </a:solidFill>
              </a:rPr>
              <a:t>• Memory Boundary Isolation: </a:t>
            </a:r>
            <a:r>
              <a:rPr sz="1200">
                <a:solidFill>
                  <a:srgbClr val="F8FAFC"/>
                </a:solidFill>
              </a:rPr>
              <a:t>Kernel code NEVER dereferences `__user` pointers directly. `copy_from_user()` verifies page validity and handles page faults safely.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B923C"/>
                </a:solidFill>
              </a:rPr>
              <a:t>• Mutex Synchronization: </a:t>
            </a:r>
            <a:r>
              <a:rPr sz="1200">
                <a:solidFill>
                  <a:srgbClr val="F8FAFC"/>
                </a:solidFill>
              </a:rPr>
              <a:t>Shared buffer and length variables are protected by `DEFINE_MUTEX(mydev_lock)`. Prevents race conditions from concurrent multi-process access.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B923C"/>
                </a:solidFill>
              </a:rPr>
              <a:t>• Interruptible Waiting: </a:t>
            </a:r>
            <a:r>
              <a:rPr sz="1200">
                <a:solidFill>
                  <a:srgbClr val="F8FAFC"/>
                </a:solidFill>
              </a:rPr>
              <a:t>`mutex_lock_interruptible()` allows user processes waiting for the lock to be cleanly interrupted by signals (e.g. Ctrl+C).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B923C"/>
                </a:solidFill>
              </a:rPr>
              <a:t>• Strict Error Unwinding: </a:t>
            </a:r>
            <a:r>
              <a:rPr sz="1200">
                <a:solidFill>
                  <a:srgbClr val="F8FAFC"/>
                </a:solidFill>
              </a:rPr>
              <a:t>`mydev_init()` uses reverse-order cleanup labels (`goto err_...`) to release device numbers and classes if registration fails.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LINUX KERNEL DEVICE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I/O Control (`ioctl`) &amp; Shared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Why ioctl? Out-of-Band Control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Standard read() and write() only transfer raw byte streams. ioctl() ('Input/Output Control') is used for device configuration, status querying, and administrative operations.</a:t>
            </a:r>
          </a:p>
          <a:p>
            <a:pPr>
              <a:spcBef>
                <a:spcPts val="1400"/>
              </a:spcBef>
              <a:defRPr sz="1400" b="1">
                <a:solidFill>
                  <a:srgbClr val="22D3EE"/>
                </a:solidFill>
              </a:defRPr>
            </a:pPr>
            <a:r>
              <a:t>Command Encoding Architecture (`mydev_ioctl.h`):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4ADE80"/>
                </a:solidFill>
              </a:rPr>
              <a:t>• MYDEV_IOC_CLEAR = _IO('m', 0)
   </a:t>
            </a:r>
            <a:r>
              <a:rPr sz="1200">
                <a:solidFill>
                  <a:srgbClr val="94A3B8"/>
                </a:solidFill>
              </a:rPr>
              <a:t>Erase Buffer: Takes no arguments. Driver zeroes `device_buffer` and resets data_length to 0.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4ADE80"/>
                </a:solidFill>
              </a:rPr>
              <a:t>• MYDEV_IOC_GET_SIZE = _IOR('m', 1, int)
   </a:t>
            </a:r>
            <a:r>
              <a:rPr sz="1200">
                <a:solidFill>
                  <a:srgbClr val="94A3B8"/>
                </a:solidFill>
              </a:rPr>
              <a:t>Query Capacity: Kernel writes buffer capacity (1024 bytes) back to user int pointer via put_user().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4ADE80"/>
                </a:solidFill>
              </a:rPr>
              <a:t>• MYDEV_IOC_GET_LEN = _IOR('m', 2, int)
   </a:t>
            </a:r>
            <a:r>
              <a:rPr sz="1200">
                <a:solidFill>
                  <a:srgbClr val="94A3B8"/>
                </a:solidFill>
              </a:rPr>
              <a:t>Query Used Bytes: Kernel writes active data length (under mutex lock) to user pointer.</a:t>
            </a:r>
          </a:p>
          <a:p>
            <a:pPr>
              <a:spcBef>
                <a:spcPts val="1200"/>
              </a:spcBef>
              <a:defRPr sz="1200">
                <a:solidFill>
                  <a:srgbClr val="FB923C"/>
                </a:solidFill>
              </a:defRPr>
            </a:pPr>
            <a:r>
              <a:t>• Magic Byte Protection: Command uses type 'm'. Unrecognized or foreign ioctls return -ENOTTY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LINUX KERNEL DEVICE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C++17 User Application Design (`app.cpp`)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RAII &amp; Resource Safety (`MyDevice`)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22D3EE"/>
                </a:solidFill>
              </a:rPr>
              <a:t>• Constructor Acquisition: </a:t>
            </a:r>
            <a:r>
              <a:rPr sz="1200">
                <a:solidFill>
                  <a:srgbClr val="F8FAFC"/>
                </a:solidFill>
              </a:rPr>
              <a:t>Calls `::open('/dev/mydev', O_RDWR)`. Throws `std::system_error` with errno if driver is not loaded.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22D3EE"/>
                </a:solidFill>
              </a:rPr>
              <a:t>• Destructor Release: </a:t>
            </a:r>
            <a:r>
              <a:rPr sz="1200">
                <a:solidFill>
                  <a:srgbClr val="F8FAFC"/>
                </a:solidFill>
              </a:rPr>
              <a:t>`~MyDevice()` invokes `::close(fd_)` automatically upon scope exit, preventing descriptor leaks.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22D3EE"/>
                </a:solidFill>
              </a:rPr>
              <a:t>• Deleted Copy Operations: </a:t>
            </a:r>
            <a:r>
              <a:rPr sz="1200">
                <a:solidFill>
                  <a:srgbClr val="F8FAFC"/>
                </a:solidFill>
              </a:rPr>
              <a:t>`MyDevice(const MyDevice&amp;) = delete` stops accidental copying that could cause double-close bugs.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22D3EE"/>
                </a:solidFill>
              </a:rPr>
              <a:t>• Encapsulated Operations: </a:t>
            </a:r>
            <a:r>
              <a:rPr sz="1200">
                <a:solidFill>
                  <a:srgbClr val="F8FAFC"/>
                </a:solidFill>
              </a:rPr>
              <a:t>Provides clean high-level methods: `writeString()`, `readAll()`, `clear()`, `capacity()`, `used()`.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User Experience &amp; Menu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4ADE80"/>
                </a:solidFill>
              </a:rPr>
              <a:t>• Option 1: Write String: </a:t>
            </a:r>
            <a:r>
              <a:rPr sz="1200">
                <a:solidFill>
                  <a:srgbClr val="F8FAFC"/>
                </a:solidFill>
              </a:rPr>
              <a:t>Overwrites buffer from offset 0, notifies if payload exceeds 1 KB buffer size.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4ADE80"/>
                </a:solidFill>
              </a:rPr>
              <a:t>• Option 2: Read Buffer: </a:t>
            </a:r>
            <a:r>
              <a:rPr sz="1200">
                <a:solidFill>
                  <a:srgbClr val="F8FAFC"/>
                </a:solidFill>
              </a:rPr>
              <a:t>Reads accumulated text using rewind() + chunked read loop until EOF (0 bytes).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4ADE80"/>
                </a:solidFill>
              </a:rPr>
              <a:t>• Option 3: Clear Buffer: </a:t>
            </a:r>
            <a:r>
              <a:rPr sz="1200">
                <a:solidFill>
                  <a:srgbClr val="F8FAFC"/>
                </a:solidFill>
              </a:rPr>
              <a:t>Executes `MYDEV_IOC_CLEAR` ioctl to zero the driver memory.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4ADE80"/>
                </a:solidFill>
              </a:rPr>
              <a:t>• Option 4: Query Size: </a:t>
            </a:r>
            <a:r>
              <a:rPr sz="1200">
                <a:solidFill>
                  <a:srgbClr val="F8FAFC"/>
                </a:solidFill>
              </a:rPr>
              <a:t>Executes `MYDEV_IOC_GET_SIZE` and `MYDEV_IOC_GET_LEN` ioctl calls to report memory metrics.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4ADE80"/>
                </a:solidFill>
              </a:rPr>
              <a:t>• Robust Exception Catching: </a:t>
            </a:r>
            <a:r>
              <a:rPr sz="1200">
                <a:solidFill>
                  <a:srgbClr val="F8FAFC"/>
                </a:solidFill>
              </a:rPr>
              <a:t>Each menu operation is wrapped in a try/catch block so failed syscalls don't terminate the CLI.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LINUX KERNEL DEVICE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Build System &amp; Device 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Two-Pass Kbuild Makefile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22D3EE"/>
                </a:solidFill>
              </a:rPr>
              <a:t>• Pass 1 (User Invocation): </a:t>
            </a:r>
            <a:r>
              <a:rPr sz="1200">
                <a:solidFill>
                  <a:srgbClr val="F8FAFC"/>
                </a:solidFill>
              </a:rPr>
              <a:t>Runs when `KERNELRELEASE` is empty. Detects kernel build path via `KDIR ?= /lib/modules/$(shell uname -r)/build`.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22D3EE"/>
                </a:solidFill>
              </a:rPr>
              <a:t>• Kbuild Delegation: </a:t>
            </a:r>
            <a:r>
              <a:rPr sz="1200">
                <a:solidFill>
                  <a:srgbClr val="F8FAFC"/>
                </a:solidFill>
              </a:rPr>
              <a:t>`make -C $(KDIR) M=$(CURDIR) modules` delegates compilation to kernel's official build system with exact compiler flags.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22D3EE"/>
                </a:solidFill>
              </a:rPr>
              <a:t>• Pass 2 (Kbuild Invocation): </a:t>
            </a:r>
            <a:r>
              <a:rPr sz="1200">
                <a:solidFill>
                  <a:srgbClr val="F8FAFC"/>
                </a:solidFill>
              </a:rPr>
              <a:t>Kbuild sets `KERNELRELEASE` and processes `obj-m := mydev.o` to produce `mydev.ko`.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22D3EE"/>
                </a:solidFill>
              </a:rPr>
              <a:t>• User App Target: </a:t>
            </a:r>
            <a:r>
              <a:rPr sz="1200">
                <a:solidFill>
                  <a:srgbClr val="F8FAFC"/>
                </a:solidFill>
              </a:rPr>
              <a:t>Compiles `app.cpp` using `g++ -std=c++17 -Wall -Wextra -O2`.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Udev Permissions (`mydev.sh`)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FB923C"/>
                </a:solidFill>
              </a:rPr>
              <a:t>• The Permission Problem: </a:t>
            </a:r>
            <a:r>
              <a:rPr sz="1200">
                <a:solidFill>
                  <a:srgbClr val="F8FAFC"/>
                </a:solidFill>
              </a:rPr>
              <a:t>Default `/dev` device nodes created by the kernel are owned by root with mode 0600 (unprivileged `./app` gets 'Permission Denied').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B923C"/>
                </a:solidFill>
              </a:rPr>
              <a:t>• Udev Rule Installation: </a:t>
            </a:r>
            <a:r>
              <a:rPr sz="1200">
                <a:solidFill>
                  <a:srgbClr val="F8FAFC"/>
                </a:solidFill>
              </a:rPr>
              <a:t>`mydev.sh` installs `/etc/udev/rules.d/99-mydev.rules` with rule: `KERNEL=="mydev", MODE="0666"`.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B923C"/>
                </a:solidFill>
              </a:rPr>
              <a:t>• Automated Reload: </a:t>
            </a:r>
            <a:r>
              <a:rPr sz="1200">
                <a:solidFill>
                  <a:srgbClr val="F8FAFC"/>
                </a:solidFill>
              </a:rPr>
              <a:t>Reloads udev daemon rules (`udevadm control --reload-rules`) and awaits event settlement (`udevadm settle`).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B923C"/>
                </a:solidFill>
              </a:rPr>
              <a:t>• Clean Teardown: </a:t>
            </a:r>
            <a:r>
              <a:rPr sz="1200">
                <a:solidFill>
                  <a:srgbClr val="F8FAFC"/>
                </a:solidFill>
              </a:rPr>
              <a:t>On `unload`, cleans up the udev rule file so the host OS remains pristine.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LINUX KERNEL DEVICE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Live Verification &amp; Test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User App Verification (`./app`)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Opened /dev/mydev - file descriptor = 3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1) Write String -&gt; 'Hello Linux Kernel World from C++!'</a:t>
            </a:r>
          </a:p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   Result: Wrote 34 byte(s) to /dev/mydev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2) Read Buffer</a:t>
            </a:r>
          </a:p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   Result: Read 34 byte(s): "Hello Linux Kernel World from C++!"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4) Query Buffer Size (ioctl)</a:t>
            </a:r>
          </a:p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   Result: Capacity: 1024 bytes | In use: 34 bytes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3) Clear Buffer (ioctl) -&gt; Buffer cleared.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2) Read Buffer -&gt; Buffer is empty.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Kernel Space Log (`dmesg | grep mydev`)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D3EE"/>
                </a:solidFill>
                <a:latin typeface="Consolas"/>
              </a:defRPr>
            </a:pPr>
            <a:r>
              <a:t>[ 132.340041] mydev: loaded - /dev/mydev ready</a:t>
            </a:r>
          </a:p>
          <a:p>
            <a:pPr>
              <a:defRPr sz="1100">
                <a:solidFill>
                  <a:srgbClr val="22D3EE"/>
                </a:solidFill>
                <a:latin typeface="Consolas"/>
              </a:defRPr>
            </a:pPr>
            <a:r>
              <a:t>              (major 240, minor 0, buffer 1024 bytes)</a:t>
            </a:r>
          </a:p>
          <a:p>
            <a:pPr>
              <a:defRPr sz="1100">
                <a:solidFill>
                  <a:srgbClr val="22D3EE"/>
                </a:solidFill>
                <a:latin typeface="Consolas"/>
              </a:defRPr>
            </a:pPr>
            <a:r>
              <a:t>[ 159.572095] mydev: device opened (open handles: 1)</a:t>
            </a:r>
          </a:p>
          <a:p>
            <a:pPr>
              <a:defRPr sz="1100">
                <a:solidFill>
                  <a:srgbClr val="22D3EE"/>
                </a:solidFill>
                <a:latin typeface="Consolas"/>
              </a:defRPr>
            </a:pPr>
            <a:r>
              <a:t>[ 159.572262] mydev: wrote 34 bytes (holds 34/1024)</a:t>
            </a:r>
          </a:p>
          <a:p>
            <a:pPr>
              <a:defRPr sz="1100">
                <a:solidFill>
                  <a:srgbClr val="22D3EE"/>
                </a:solidFill>
                <a:latin typeface="Consolas"/>
              </a:defRPr>
            </a:pPr>
            <a:r>
              <a:t>[ 159.572273] mydev: read 34 bytes (new position 34)</a:t>
            </a:r>
          </a:p>
          <a:p>
            <a:pPr>
              <a:defRPr sz="1100">
                <a:solidFill>
                  <a:srgbClr val="22D3EE"/>
                </a:solidFill>
                <a:latin typeface="Consolas"/>
              </a:defRPr>
            </a:pPr>
            <a:r>
              <a:t>[ 159.572282] mydev: ioctl GET_SIZE -&gt; 1024</a:t>
            </a:r>
          </a:p>
          <a:p>
            <a:pPr>
              <a:defRPr sz="1100">
                <a:solidFill>
                  <a:srgbClr val="22D3EE"/>
                </a:solidFill>
                <a:latin typeface="Consolas"/>
              </a:defRPr>
            </a:pPr>
            <a:r>
              <a:t>[ 159.572285] mydev: ioctl GET_LEN -&gt; 34</a:t>
            </a:r>
          </a:p>
          <a:p>
            <a:pPr>
              <a:defRPr sz="1100">
                <a:solidFill>
                  <a:srgbClr val="22D3EE"/>
                </a:solidFill>
                <a:latin typeface="Consolas"/>
              </a:defRPr>
            </a:pPr>
            <a:r>
              <a:t>[ 159.572289] mydev: ioctl CLEAR - buffer erased</a:t>
            </a:r>
          </a:p>
          <a:p>
            <a:pPr>
              <a:defRPr sz="1100">
                <a:solidFill>
                  <a:srgbClr val="22D3EE"/>
                </a:solidFill>
                <a:latin typeface="Consolas"/>
              </a:defRPr>
            </a:pPr>
            <a:r>
              <a:t>[ 159.572296] mydev: device closed (open handles: 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LINUX KERNEL DEVICE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Mapping to Core Operating System Concepts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1. Kernel vs User Space &amp; Ring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CPU Privilege Levels: Ring 3 (User) has restricted memory access. Ring 0 (Kernel) has direct hardware access. Kernel traps protect against invalid pointer dereferences via copy_to/from_user.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2. File Descriptors &amp; VFS Abstraction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'Everything is a file': The VFS routes generic read/write calls to driver-specific file_operations. File descriptors maintain per-open file positions (f_pos) independent across processes.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3. Concurrency &amp; Synchronization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Multi-core Kernel Preemption: Shared memory structures (device_buffer) require mutex locking (mydev_lock). Atomic variables (atomic_t) allow lockless counter updates.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4. Hardware Abstraction Layer (HAL)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Modular Driver Architecture: The user application is completely agnostic to hardware details. The 1 KB RAM buffer can be replaced with physical UART/SPI without modifying app.cpp.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Arial"/>
              </a:defRPr>
            </a:pPr>
            <a:r>
              <a:t>LINUX KERNEL DEVICE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C263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Arial"/>
              </a:defRPr>
            </a:pPr>
            <a:r>
              <a:t>Project Accomplishments &amp;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b="1" sz="1400">
                <a:solidFill>
                  <a:srgbClr val="22D3EE"/>
                </a:solidFill>
              </a:rPr>
              <a:t>✔ End-to-End Systems Mastery: </a:t>
            </a:r>
            <a:r>
              <a:rPr sz="1300">
                <a:solidFill>
                  <a:srgbClr val="F8FAFC"/>
                </a:solidFill>
              </a:rPr>
              <a:t>Successfully designed, compiled, loaded, and verified a complete Linux character device driver and user-space client.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22D3EE"/>
                </a:solidFill>
              </a:rPr>
              <a:t>✔ Safe Kernel Practices: </a:t>
            </a:r>
            <a:r>
              <a:rPr sz="1300">
                <a:solidFill>
                  <a:srgbClr val="F8FAFC"/>
                </a:solidFill>
              </a:rPr>
              <a:t>Mastered safe user-kernel memory boundaries (copy_from_user, put_user), dynamic device allocation, and mutex locking.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22D3EE"/>
                </a:solidFill>
              </a:rPr>
              <a:t>✔ Modern C++ in Systems Programming: </a:t>
            </a:r>
            <a:r>
              <a:rPr sz="1300">
                <a:solidFill>
                  <a:srgbClr val="F8FAFC"/>
                </a:solidFill>
              </a:rPr>
              <a:t>Applied RAII to OS resources, guaranteeing deterministic file descriptor release without memory/resource leaks.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22D3EE"/>
                </a:solidFill>
              </a:rPr>
              <a:t>✔ Extensibility to Physical Hardware: </a:t>
            </a:r>
            <a:r>
              <a:rPr sz="1300">
                <a:solidFill>
                  <a:srgbClr val="F8FAFC"/>
                </a:solidFill>
              </a:rPr>
              <a:t>The exact same driver architecture directly applies to physical embedded hardware (I2C sensors, SPI LCDs, GPIO pins, UART ports).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